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12" autoAdjust="0"/>
    <p:restoredTop sz="94660"/>
  </p:normalViewPr>
  <p:slideViewPr>
    <p:cSldViewPr snapToGrid="0">
      <p:cViewPr varScale="1">
        <p:scale>
          <a:sx n="65" d="100"/>
          <a:sy n="65" d="100"/>
        </p:scale>
        <p:origin x="90" y="9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6052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2A4CDE-1C13-35D7-4A46-705F3C5D990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57340"/>
            <a:ext cx="1030288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BE" sz="900">
                <a:solidFill>
                  <a:srgbClr val="CF022B">
                    <a:alpha val="50000"/>
                  </a:srgb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C2 - Restricted use </a:t>
            </a:r>
          </a:p>
        </p:txBody>
      </p:sp>
    </p:spTree>
    <p:extLst>
      <p:ext uri="{BB962C8B-B14F-4D97-AF65-F5344CB8AC3E}">
        <p14:creationId xmlns:p14="http://schemas.microsoft.com/office/powerpoint/2010/main" val="3690580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yebrow">
            <a:extLst>
              <a:ext uri="{FF2B5EF4-FFF2-40B4-BE49-F238E27FC236}">
                <a16:creationId xmlns:a16="http://schemas.microsoft.com/office/drawing/2014/main" id="{33FF26E6-1752-43B5-A581-2F6E3AA125BF}"/>
              </a:ext>
            </a:extLst>
          </p:cNvPr>
          <p:cNvSpPr>
            <a:spLocks noGrp="1"/>
          </p:cNvSpPr>
          <p:nvPr/>
        </p:nvSpPr>
        <p:spPr>
          <a:xfrm>
            <a:off x="112776" y="96210"/>
            <a:ext cx="5158741" cy="9465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B8D4"/>
                </a:solidFill>
                <a:latin typeface="Aptos"/>
                <a:ea typeface="Aptos"/>
                <a:cs typeface="Aptos"/>
              </a:defRPr>
            </a:pPr>
            <a:r>
              <a:rPr lang="en-US" sz="2800" b="1" noProof="0" dirty="0">
                <a:solidFill>
                  <a:srgbClr val="15B8D4"/>
                </a:solidFill>
                <a:latin typeface="Aptos"/>
                <a:ea typeface="Aptos"/>
                <a:cs typeface="Aptos"/>
              </a:rPr>
              <a:t>EXPERIMENT AUDIT TRAILS</a:t>
            </a:r>
          </a:p>
        </p:txBody>
      </p:sp>
      <p:sp>
        <p:nvSpPr>
          <p:cNvPr id="2" name="top-accent">
            <a:extLst>
              <a:ext uri="{FF2B5EF4-FFF2-40B4-BE49-F238E27FC236}">
                <a16:creationId xmlns:a16="http://schemas.microsoft.com/office/drawing/2014/main" id="{A49B4D51-3950-45E9-8C8A-1F08773EF6A1}"/>
              </a:ext>
            </a:extLst>
          </p:cNvPr>
          <p:cNvSpPr>
            <a:spLocks noGrp="1"/>
          </p:cNvSpPr>
          <p:nvPr/>
        </p:nvSpPr>
        <p:spPr>
          <a:xfrm>
            <a:off x="112776" y="723710"/>
            <a:ext cx="400050" cy="47625"/>
          </a:xfrm>
          <a:prstGeom prst="rect">
            <a:avLst/>
          </a:prstGeom>
          <a:solidFill>
            <a:srgbClr val="15B8D4"/>
          </a:solidFill>
          <a:ln w="0">
            <a:solidFill>
              <a:srgbClr val="15B8D4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tep-01">
            <a:extLst>
              <a:ext uri="{FF2B5EF4-FFF2-40B4-BE49-F238E27FC236}">
                <a16:creationId xmlns:a16="http://schemas.microsoft.com/office/drawing/2014/main" id="{9216EE12-95E7-4399-B46B-9A1918961608}"/>
              </a:ext>
            </a:extLst>
          </p:cNvPr>
          <p:cNvSpPr>
            <a:spLocks noGrp="1"/>
          </p:cNvSpPr>
          <p:nvPr/>
        </p:nvSpPr>
        <p:spPr>
          <a:xfrm>
            <a:off x="836676" y="757047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6B747C"/>
                </a:solidFill>
                <a:latin typeface="Aptos"/>
                <a:ea typeface="Aptos"/>
                <a:cs typeface="Aptos"/>
              </a:defRPr>
            </a:pPr>
            <a:r>
              <a:rPr lang="en-US" sz="1050" b="1" noProof="0" dirty="0">
                <a:solidFill>
                  <a:srgbClr val="6B747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node-Task-4461">
            <a:extLst>
              <a:ext uri="{FF2B5EF4-FFF2-40B4-BE49-F238E27FC236}">
                <a16:creationId xmlns:a16="http://schemas.microsoft.com/office/drawing/2014/main" id="{39B0C16B-6CED-4B42-9848-1C2F1AE97412}"/>
              </a:ext>
            </a:extLst>
          </p:cNvPr>
          <p:cNvSpPr>
            <a:spLocks noGrp="1"/>
          </p:cNvSpPr>
          <p:nvPr/>
        </p:nvSpPr>
        <p:spPr>
          <a:xfrm>
            <a:off x="779526" y="1099947"/>
            <a:ext cx="1333500" cy="13335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 wrap="none" lIns="38100" tIns="38100" rIns="38100" bIns="38100"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2100" b="1" noProof="0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4461</a:t>
            </a:r>
          </a:p>
        </p:txBody>
      </p:sp>
      <p:sp>
        <p:nvSpPr>
          <p:cNvPr id="7" name="label-Task 4461">
            <a:extLst>
              <a:ext uri="{FF2B5EF4-FFF2-40B4-BE49-F238E27FC236}">
                <a16:creationId xmlns:a16="http://schemas.microsoft.com/office/drawing/2014/main" id="{5B37B963-41E8-442A-BA9B-66E75069DADA}"/>
              </a:ext>
            </a:extLst>
          </p:cNvPr>
          <p:cNvSpPr>
            <a:spLocks noGrp="1"/>
          </p:cNvSpPr>
          <p:nvPr/>
        </p:nvSpPr>
        <p:spPr>
          <a:xfrm>
            <a:off x="512826" y="2623947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22272B"/>
                </a:solidFill>
                <a:latin typeface="Aptos"/>
                <a:ea typeface="Aptos"/>
                <a:cs typeface="Aptos"/>
              </a:defRPr>
            </a:pPr>
            <a:r>
              <a:rPr lang="en-US" sz="1500" b="1" noProof="0" dirty="0">
                <a:solidFill>
                  <a:srgbClr val="22272B"/>
                </a:solidFill>
                <a:latin typeface="Aptos"/>
                <a:ea typeface="Aptos"/>
                <a:cs typeface="Aptos"/>
              </a:rPr>
              <a:t>Task 4461</a:t>
            </a:r>
          </a:p>
        </p:txBody>
      </p:sp>
      <p:sp>
        <p:nvSpPr>
          <p:cNvPr id="8" name="step-02">
            <a:extLst>
              <a:ext uri="{FF2B5EF4-FFF2-40B4-BE49-F238E27FC236}">
                <a16:creationId xmlns:a16="http://schemas.microsoft.com/office/drawing/2014/main" id="{7659D239-2460-4AB2-B893-E5F01A63176C}"/>
              </a:ext>
            </a:extLst>
          </p:cNvPr>
          <p:cNvSpPr>
            <a:spLocks noGrp="1"/>
          </p:cNvSpPr>
          <p:nvPr/>
        </p:nvSpPr>
        <p:spPr>
          <a:xfrm>
            <a:off x="3503676" y="757047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6B747C"/>
                </a:solidFill>
                <a:latin typeface="Aptos"/>
                <a:ea typeface="Aptos"/>
                <a:cs typeface="Aptos"/>
              </a:defRPr>
            </a:pPr>
            <a:r>
              <a:rPr lang="en-US" sz="1050" b="1" noProof="0" dirty="0">
                <a:solidFill>
                  <a:srgbClr val="6B747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node-Task-2255">
            <a:extLst>
              <a:ext uri="{FF2B5EF4-FFF2-40B4-BE49-F238E27FC236}">
                <a16:creationId xmlns:a16="http://schemas.microsoft.com/office/drawing/2014/main" id="{6CD0FBC2-262B-4C73-873D-744E8AEA4EDD}"/>
              </a:ext>
            </a:extLst>
          </p:cNvPr>
          <p:cNvSpPr>
            <a:spLocks noGrp="1"/>
          </p:cNvSpPr>
          <p:nvPr/>
        </p:nvSpPr>
        <p:spPr>
          <a:xfrm>
            <a:off x="3446526" y="1099947"/>
            <a:ext cx="1333500" cy="13335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5B8D4"/>
            </a:solidFill>
            <a:prstDash val="solid"/>
          </a:ln>
        </p:spPr>
        <p:txBody>
          <a:bodyPr wrap="none" lIns="38100" tIns="38100" rIns="38100" bIns="38100" anchor="ctr">
            <a:noAutofit/>
          </a:bodyPr>
          <a:lstStyle/>
          <a:p>
            <a:pPr algn="ctr">
              <a:defRPr sz="2100" b="1">
                <a:solidFill>
                  <a:srgbClr val="22272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2100" b="1" noProof="0" dirty="0">
                <a:solidFill>
                  <a:srgbClr val="22272B"/>
                </a:solidFill>
                <a:latin typeface="Aptos Display"/>
                <a:ea typeface="Aptos Display"/>
                <a:cs typeface="Aptos Display"/>
              </a:rPr>
              <a:t>2255</a:t>
            </a:r>
          </a:p>
        </p:txBody>
      </p:sp>
      <p:sp>
        <p:nvSpPr>
          <p:cNvPr id="10" name="label-Task 2255">
            <a:extLst>
              <a:ext uri="{FF2B5EF4-FFF2-40B4-BE49-F238E27FC236}">
                <a16:creationId xmlns:a16="http://schemas.microsoft.com/office/drawing/2014/main" id="{C8430013-755E-476C-919B-A4FA84194D82}"/>
              </a:ext>
            </a:extLst>
          </p:cNvPr>
          <p:cNvSpPr>
            <a:spLocks noGrp="1"/>
          </p:cNvSpPr>
          <p:nvPr/>
        </p:nvSpPr>
        <p:spPr>
          <a:xfrm>
            <a:off x="3179826" y="2623947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22272B"/>
                </a:solidFill>
                <a:latin typeface="Aptos"/>
                <a:ea typeface="Aptos"/>
                <a:cs typeface="Aptos"/>
              </a:defRPr>
            </a:pPr>
            <a:r>
              <a:rPr lang="en-US" sz="1500" b="1" noProof="0" dirty="0">
                <a:solidFill>
                  <a:srgbClr val="22272B"/>
                </a:solidFill>
                <a:latin typeface="Aptos"/>
                <a:ea typeface="Aptos"/>
                <a:cs typeface="Aptos"/>
              </a:rPr>
              <a:t>Story 2255</a:t>
            </a:r>
          </a:p>
        </p:txBody>
      </p:sp>
      <p:sp>
        <p:nvSpPr>
          <p:cNvPr id="11" name="role-datatables">
            <a:extLst>
              <a:ext uri="{FF2B5EF4-FFF2-40B4-BE49-F238E27FC236}">
                <a16:creationId xmlns:a16="http://schemas.microsoft.com/office/drawing/2014/main" id="{EF2196F1-878A-415E-A7EE-4391EBFB5A74}"/>
              </a:ext>
            </a:extLst>
          </p:cNvPr>
          <p:cNvSpPr>
            <a:spLocks noGrp="1"/>
          </p:cNvSpPr>
          <p:nvPr/>
        </p:nvSpPr>
        <p:spPr>
          <a:xfrm>
            <a:off x="3141726" y="2928747"/>
            <a:ext cx="1943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>
                <a:solidFill>
                  <a:srgbClr val="6B747C"/>
                </a:solidFill>
                <a:latin typeface="Aptos"/>
                <a:ea typeface="Aptos"/>
                <a:cs typeface="Aptos"/>
              </a:defRPr>
            </a:pPr>
            <a:r>
              <a:rPr lang="en-US" sz="1350" noProof="0" dirty="0">
                <a:solidFill>
                  <a:srgbClr val="6B747C"/>
                </a:solidFill>
                <a:latin typeface="Aptos"/>
                <a:ea typeface="Aptos"/>
                <a:cs typeface="Aptos"/>
              </a:rPr>
              <a:t>datatables</a:t>
            </a:r>
          </a:p>
        </p:txBody>
      </p:sp>
      <p:sp>
        <p:nvSpPr>
          <p:cNvPr id="12" name="step-03">
            <a:extLst>
              <a:ext uri="{FF2B5EF4-FFF2-40B4-BE49-F238E27FC236}">
                <a16:creationId xmlns:a16="http://schemas.microsoft.com/office/drawing/2014/main" id="{09587A41-CE79-4A17-B5B0-52B8D32FABF4}"/>
              </a:ext>
            </a:extLst>
          </p:cNvPr>
          <p:cNvSpPr>
            <a:spLocks noGrp="1"/>
          </p:cNvSpPr>
          <p:nvPr/>
        </p:nvSpPr>
        <p:spPr>
          <a:xfrm>
            <a:off x="6170676" y="757047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6B747C"/>
                </a:solidFill>
                <a:latin typeface="Aptos"/>
                <a:ea typeface="Aptos"/>
                <a:cs typeface="Aptos"/>
              </a:defRPr>
            </a:pPr>
            <a:r>
              <a:rPr lang="en-US" sz="1050" b="1" noProof="0" dirty="0">
                <a:solidFill>
                  <a:srgbClr val="6B747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node-Task-4462">
            <a:extLst>
              <a:ext uri="{FF2B5EF4-FFF2-40B4-BE49-F238E27FC236}">
                <a16:creationId xmlns:a16="http://schemas.microsoft.com/office/drawing/2014/main" id="{95F177D1-DDF5-4B90-8E83-F15AD5510919}"/>
              </a:ext>
            </a:extLst>
          </p:cNvPr>
          <p:cNvSpPr>
            <a:spLocks noGrp="1"/>
          </p:cNvSpPr>
          <p:nvPr/>
        </p:nvSpPr>
        <p:spPr>
          <a:xfrm>
            <a:off x="6113526" y="1099947"/>
            <a:ext cx="1333500" cy="13335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5B8D4"/>
            </a:solidFill>
            <a:prstDash val="solid"/>
          </a:ln>
        </p:spPr>
        <p:txBody>
          <a:bodyPr wrap="none" lIns="38100" tIns="38100" rIns="38100" bIns="38100" anchor="ctr">
            <a:noAutofit/>
          </a:bodyPr>
          <a:lstStyle/>
          <a:p>
            <a:pPr algn="ctr">
              <a:defRPr sz="2100" b="1">
                <a:solidFill>
                  <a:srgbClr val="22272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2100" b="1" noProof="0" dirty="0">
                <a:solidFill>
                  <a:srgbClr val="22272B"/>
                </a:solidFill>
                <a:latin typeface="Aptos Display"/>
                <a:ea typeface="Aptos Display"/>
                <a:cs typeface="Aptos Display"/>
              </a:rPr>
              <a:t>4462</a:t>
            </a:r>
          </a:p>
        </p:txBody>
      </p:sp>
      <p:sp>
        <p:nvSpPr>
          <p:cNvPr id="14" name="label-Task 4462">
            <a:extLst>
              <a:ext uri="{FF2B5EF4-FFF2-40B4-BE49-F238E27FC236}">
                <a16:creationId xmlns:a16="http://schemas.microsoft.com/office/drawing/2014/main" id="{B21EF4D9-84FF-41BB-AFF6-CD092A8B41A3}"/>
              </a:ext>
            </a:extLst>
          </p:cNvPr>
          <p:cNvSpPr>
            <a:spLocks noGrp="1"/>
          </p:cNvSpPr>
          <p:nvPr/>
        </p:nvSpPr>
        <p:spPr>
          <a:xfrm>
            <a:off x="5846826" y="2623947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22272B"/>
                </a:solidFill>
                <a:latin typeface="Aptos"/>
                <a:ea typeface="Aptos"/>
                <a:cs typeface="Aptos"/>
              </a:defRPr>
            </a:pPr>
            <a:r>
              <a:rPr lang="en-US" sz="1500" b="1" noProof="0" dirty="0">
                <a:solidFill>
                  <a:srgbClr val="22272B"/>
                </a:solidFill>
                <a:latin typeface="Aptos"/>
                <a:ea typeface="Aptos"/>
                <a:cs typeface="Aptos"/>
              </a:rPr>
              <a:t>Story 4462</a:t>
            </a:r>
          </a:p>
        </p:txBody>
      </p:sp>
      <p:sp>
        <p:nvSpPr>
          <p:cNvPr id="15" name="role-export">
            <a:extLst>
              <a:ext uri="{FF2B5EF4-FFF2-40B4-BE49-F238E27FC236}">
                <a16:creationId xmlns:a16="http://schemas.microsoft.com/office/drawing/2014/main" id="{DA9F01E5-3C7E-422E-961C-7D2C8E89EB55}"/>
              </a:ext>
            </a:extLst>
          </p:cNvPr>
          <p:cNvSpPr>
            <a:spLocks noGrp="1"/>
          </p:cNvSpPr>
          <p:nvPr/>
        </p:nvSpPr>
        <p:spPr>
          <a:xfrm>
            <a:off x="5808726" y="2928747"/>
            <a:ext cx="1943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>
                <a:solidFill>
                  <a:srgbClr val="6B747C"/>
                </a:solidFill>
                <a:latin typeface="Aptos"/>
                <a:ea typeface="Aptos"/>
                <a:cs typeface="Aptos"/>
              </a:defRPr>
            </a:pPr>
            <a:r>
              <a:rPr lang="en-US" sz="1350" noProof="0" dirty="0">
                <a:solidFill>
                  <a:srgbClr val="6B747C"/>
                </a:solidFill>
                <a:latin typeface="Aptos"/>
                <a:ea typeface="Aptos"/>
                <a:cs typeface="Aptos"/>
              </a:rPr>
              <a:t>export</a:t>
            </a:r>
          </a:p>
        </p:txBody>
      </p:sp>
      <p:sp>
        <p:nvSpPr>
          <p:cNvPr id="16" name="step-04">
            <a:extLst>
              <a:ext uri="{FF2B5EF4-FFF2-40B4-BE49-F238E27FC236}">
                <a16:creationId xmlns:a16="http://schemas.microsoft.com/office/drawing/2014/main" id="{3B52B10C-8729-4240-9259-FC529D76037B}"/>
              </a:ext>
            </a:extLst>
          </p:cNvPr>
          <p:cNvSpPr>
            <a:spLocks noGrp="1"/>
          </p:cNvSpPr>
          <p:nvPr/>
        </p:nvSpPr>
        <p:spPr>
          <a:xfrm>
            <a:off x="8837676" y="757047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6B747C"/>
                </a:solidFill>
                <a:latin typeface="Aptos"/>
                <a:ea typeface="Aptos"/>
                <a:cs typeface="Aptos"/>
              </a:defRPr>
            </a:pPr>
            <a:r>
              <a:rPr lang="en-US" sz="1050" b="1" noProof="0" dirty="0">
                <a:solidFill>
                  <a:srgbClr val="6B747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label-Task 4463">
            <a:extLst>
              <a:ext uri="{FF2B5EF4-FFF2-40B4-BE49-F238E27FC236}">
                <a16:creationId xmlns:a16="http://schemas.microsoft.com/office/drawing/2014/main" id="{8257A94A-2428-40A4-ABC4-95869BE3A578}"/>
              </a:ext>
            </a:extLst>
          </p:cNvPr>
          <p:cNvSpPr>
            <a:spLocks noGrp="1"/>
          </p:cNvSpPr>
          <p:nvPr/>
        </p:nvSpPr>
        <p:spPr>
          <a:xfrm>
            <a:off x="8513826" y="2623947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22272B"/>
                </a:solidFill>
                <a:latin typeface="Aptos"/>
                <a:ea typeface="Aptos"/>
                <a:cs typeface="Aptos"/>
              </a:defRPr>
            </a:pPr>
            <a:r>
              <a:rPr lang="en-US" sz="1500" b="1" noProof="0" dirty="0">
                <a:solidFill>
                  <a:srgbClr val="22272B"/>
                </a:solidFill>
                <a:latin typeface="Aptos"/>
                <a:ea typeface="Aptos"/>
                <a:cs typeface="Aptos"/>
              </a:rPr>
              <a:t>Story 4463</a:t>
            </a:r>
          </a:p>
        </p:txBody>
      </p:sp>
      <p:sp>
        <p:nvSpPr>
          <p:cNvPr id="19" name="role-custom search builder">
            <a:extLst>
              <a:ext uri="{FF2B5EF4-FFF2-40B4-BE49-F238E27FC236}">
                <a16:creationId xmlns:a16="http://schemas.microsoft.com/office/drawing/2014/main" id="{5F4C2621-B1A4-4ACE-BE06-59C7DF8FE7ED}"/>
              </a:ext>
            </a:extLst>
          </p:cNvPr>
          <p:cNvSpPr>
            <a:spLocks noGrp="1"/>
          </p:cNvSpPr>
          <p:nvPr/>
        </p:nvSpPr>
        <p:spPr>
          <a:xfrm>
            <a:off x="8475726" y="2928747"/>
            <a:ext cx="1943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00">
                <a:solidFill>
                  <a:srgbClr val="6B747C"/>
                </a:solidFill>
                <a:latin typeface="Aptos"/>
                <a:ea typeface="Aptos"/>
                <a:cs typeface="Aptos"/>
              </a:defRPr>
            </a:pPr>
            <a:r>
              <a:rPr lang="en-US" sz="1200" noProof="0" dirty="0">
                <a:solidFill>
                  <a:srgbClr val="6B747C"/>
                </a:solidFill>
                <a:latin typeface="Aptos"/>
                <a:ea typeface="Aptos"/>
                <a:cs typeface="Aptos"/>
              </a:rPr>
              <a:t>custom search builder</a:t>
            </a:r>
          </a:p>
        </p:txBody>
      </p:sp>
      <p:cxnSp>
        <p:nvCxnSpPr>
          <p:cNvPr id="20" name="Straight Arrow Connector 19"/>
          <p:cNvCxnSpPr>
            <a:stCxn id="6" idx="6"/>
            <a:endCxn id="9" idx="2"/>
          </p:cNvCxnSpPr>
          <p:nvPr/>
        </p:nvCxnSpPr>
        <p:spPr>
          <a:xfrm>
            <a:off x="2113026" y="1766697"/>
            <a:ext cx="1333500" cy="0"/>
          </a:xfrm>
          <a:prstGeom prst="straightConnector1">
            <a:avLst/>
          </a:prstGeom>
          <a:ln w="47625" cap="rnd">
            <a:solidFill>
              <a:srgbClr val="A9DDE5"/>
            </a:solidFill>
            <a:prstDash val="solid"/>
            <a:tailEnd type="arrow" w="med" len="med"/>
          </a:ln>
        </p:spPr>
      </p:cxnSp>
      <p:cxnSp>
        <p:nvCxnSpPr>
          <p:cNvPr id="21" name="Straight Arrow Connector 20"/>
          <p:cNvCxnSpPr>
            <a:stCxn id="9" idx="6"/>
            <a:endCxn id="13" idx="2"/>
          </p:cNvCxnSpPr>
          <p:nvPr/>
        </p:nvCxnSpPr>
        <p:spPr>
          <a:xfrm>
            <a:off x="4780026" y="1766697"/>
            <a:ext cx="1333500" cy="0"/>
          </a:xfrm>
          <a:prstGeom prst="straightConnector1">
            <a:avLst/>
          </a:prstGeom>
          <a:ln w="47625" cap="rnd">
            <a:solidFill>
              <a:srgbClr val="A9DDE5"/>
            </a:solidFill>
            <a:prstDash val="solid"/>
            <a:tailEnd type="arrow" w="med" len="med"/>
          </a:ln>
        </p:spPr>
      </p:cxnSp>
      <p:cxnSp>
        <p:nvCxnSpPr>
          <p:cNvPr id="22" name="Straight Arrow Connector 21"/>
          <p:cNvCxnSpPr>
            <a:cxnSpLocks/>
            <a:stCxn id="13" idx="6"/>
          </p:cNvCxnSpPr>
          <p:nvPr/>
        </p:nvCxnSpPr>
        <p:spPr>
          <a:xfrm>
            <a:off x="7447026" y="1766697"/>
            <a:ext cx="1333500" cy="0"/>
          </a:xfrm>
          <a:prstGeom prst="straightConnector1">
            <a:avLst/>
          </a:prstGeom>
          <a:ln w="47625" cap="rnd">
            <a:solidFill>
              <a:srgbClr val="A9DDE5"/>
            </a:solidFill>
            <a:prstDash val="solid"/>
            <a:tailEnd type="arrow" w="med" len="med"/>
          </a:ln>
        </p:spPr>
      </p:cxnSp>
      <p:sp>
        <p:nvSpPr>
          <p:cNvPr id="40" name="top-accent">
            <a:extLst>
              <a:ext uri="{FF2B5EF4-FFF2-40B4-BE49-F238E27FC236}">
                <a16:creationId xmlns:a16="http://schemas.microsoft.com/office/drawing/2014/main" id="{38255057-F50D-0F34-4A2D-D7C2726FDE9B}"/>
              </a:ext>
            </a:extLst>
          </p:cNvPr>
          <p:cNvSpPr>
            <a:spLocks noGrp="1"/>
          </p:cNvSpPr>
          <p:nvPr/>
        </p:nvSpPr>
        <p:spPr>
          <a:xfrm>
            <a:off x="237744" y="3902774"/>
            <a:ext cx="400050" cy="47625"/>
          </a:xfrm>
          <a:prstGeom prst="rect">
            <a:avLst/>
          </a:prstGeom>
          <a:solidFill>
            <a:srgbClr val="15B8D4"/>
          </a:solidFill>
          <a:ln w="0">
            <a:solidFill>
              <a:srgbClr val="15B8D4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1" name="step-01">
            <a:extLst>
              <a:ext uri="{FF2B5EF4-FFF2-40B4-BE49-F238E27FC236}">
                <a16:creationId xmlns:a16="http://schemas.microsoft.com/office/drawing/2014/main" id="{6E6EEAD6-0A36-F076-CC43-0F1B90AF8D70}"/>
              </a:ext>
            </a:extLst>
          </p:cNvPr>
          <p:cNvSpPr>
            <a:spLocks noGrp="1"/>
          </p:cNvSpPr>
          <p:nvPr/>
        </p:nvSpPr>
        <p:spPr>
          <a:xfrm>
            <a:off x="961644" y="3936111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6B747C"/>
                </a:solidFill>
                <a:latin typeface="Aptos"/>
                <a:ea typeface="Aptos"/>
                <a:cs typeface="Aptos"/>
              </a:defRPr>
            </a:pPr>
            <a:r>
              <a:rPr lang="en-US" sz="1050" b="1" noProof="0" dirty="0">
                <a:solidFill>
                  <a:srgbClr val="6B747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2" name="node-Task-4461">
            <a:extLst>
              <a:ext uri="{FF2B5EF4-FFF2-40B4-BE49-F238E27FC236}">
                <a16:creationId xmlns:a16="http://schemas.microsoft.com/office/drawing/2014/main" id="{A6D814F1-CF28-3483-7D34-721CDF965781}"/>
              </a:ext>
            </a:extLst>
          </p:cNvPr>
          <p:cNvSpPr>
            <a:spLocks noGrp="1"/>
          </p:cNvSpPr>
          <p:nvPr/>
        </p:nvSpPr>
        <p:spPr>
          <a:xfrm>
            <a:off x="904494" y="4279011"/>
            <a:ext cx="1333500" cy="13335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 wrap="none" lIns="38100" tIns="38100" rIns="38100" bIns="38100"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2100" b="1" noProof="0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4541</a:t>
            </a:r>
          </a:p>
        </p:txBody>
      </p:sp>
      <p:sp>
        <p:nvSpPr>
          <p:cNvPr id="43" name="label-Task 4461">
            <a:extLst>
              <a:ext uri="{FF2B5EF4-FFF2-40B4-BE49-F238E27FC236}">
                <a16:creationId xmlns:a16="http://schemas.microsoft.com/office/drawing/2014/main" id="{885350B3-6740-591A-3CB1-C8976A1E29DD}"/>
              </a:ext>
            </a:extLst>
          </p:cNvPr>
          <p:cNvSpPr>
            <a:spLocks noGrp="1"/>
          </p:cNvSpPr>
          <p:nvPr/>
        </p:nvSpPr>
        <p:spPr>
          <a:xfrm>
            <a:off x="637794" y="5803011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22272B"/>
                </a:solidFill>
                <a:latin typeface="Aptos"/>
                <a:ea typeface="Aptos"/>
                <a:cs typeface="Aptos"/>
              </a:defRPr>
            </a:pPr>
            <a:r>
              <a:rPr lang="en-US" sz="1500" b="1" noProof="0" dirty="0">
                <a:solidFill>
                  <a:srgbClr val="22272B"/>
                </a:solidFill>
                <a:latin typeface="Aptos"/>
                <a:ea typeface="Aptos"/>
                <a:cs typeface="Aptos"/>
              </a:rPr>
              <a:t>Task 4541</a:t>
            </a:r>
          </a:p>
        </p:txBody>
      </p:sp>
      <p:sp>
        <p:nvSpPr>
          <p:cNvPr id="44" name="step-02">
            <a:extLst>
              <a:ext uri="{FF2B5EF4-FFF2-40B4-BE49-F238E27FC236}">
                <a16:creationId xmlns:a16="http://schemas.microsoft.com/office/drawing/2014/main" id="{535E8ED8-744E-F101-5421-3C4F9ED7ABEC}"/>
              </a:ext>
            </a:extLst>
          </p:cNvPr>
          <p:cNvSpPr>
            <a:spLocks noGrp="1"/>
          </p:cNvSpPr>
          <p:nvPr/>
        </p:nvSpPr>
        <p:spPr>
          <a:xfrm>
            <a:off x="3628644" y="3936111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6B747C"/>
                </a:solidFill>
                <a:latin typeface="Aptos"/>
                <a:ea typeface="Aptos"/>
                <a:cs typeface="Aptos"/>
              </a:defRPr>
            </a:pPr>
            <a:r>
              <a:rPr lang="en-US" sz="1050" b="1" noProof="0" dirty="0">
                <a:solidFill>
                  <a:srgbClr val="6B747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5" name="node-Task-2255">
            <a:extLst>
              <a:ext uri="{FF2B5EF4-FFF2-40B4-BE49-F238E27FC236}">
                <a16:creationId xmlns:a16="http://schemas.microsoft.com/office/drawing/2014/main" id="{3AA044E1-A8E1-16C4-D358-477E38183ECE}"/>
              </a:ext>
            </a:extLst>
          </p:cNvPr>
          <p:cNvSpPr>
            <a:spLocks noGrp="1"/>
          </p:cNvSpPr>
          <p:nvPr/>
        </p:nvSpPr>
        <p:spPr>
          <a:xfrm>
            <a:off x="3571494" y="4279011"/>
            <a:ext cx="1333500" cy="13335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5B8D4"/>
            </a:solidFill>
            <a:prstDash val="solid"/>
          </a:ln>
        </p:spPr>
        <p:txBody>
          <a:bodyPr wrap="none" lIns="38100" tIns="38100" rIns="38100" bIns="38100" anchor="ctr">
            <a:noAutofit/>
          </a:bodyPr>
          <a:lstStyle/>
          <a:p>
            <a:pPr algn="ctr">
              <a:defRPr sz="2100" b="1">
                <a:solidFill>
                  <a:srgbClr val="22272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2100" b="1" noProof="0" dirty="0">
                <a:solidFill>
                  <a:srgbClr val="22272B"/>
                </a:solidFill>
                <a:latin typeface="Aptos Display"/>
                <a:ea typeface="Aptos Display"/>
                <a:cs typeface="Aptos Display"/>
              </a:rPr>
              <a:t>2276</a:t>
            </a:r>
          </a:p>
        </p:txBody>
      </p:sp>
      <p:sp>
        <p:nvSpPr>
          <p:cNvPr id="46" name="label-Task 2255">
            <a:extLst>
              <a:ext uri="{FF2B5EF4-FFF2-40B4-BE49-F238E27FC236}">
                <a16:creationId xmlns:a16="http://schemas.microsoft.com/office/drawing/2014/main" id="{59327587-BFCA-5D88-4D6B-6F220994EC84}"/>
              </a:ext>
            </a:extLst>
          </p:cNvPr>
          <p:cNvSpPr>
            <a:spLocks noGrp="1"/>
          </p:cNvSpPr>
          <p:nvPr/>
        </p:nvSpPr>
        <p:spPr>
          <a:xfrm>
            <a:off x="3304794" y="5803011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22272B"/>
                </a:solidFill>
                <a:latin typeface="Aptos"/>
                <a:ea typeface="Aptos"/>
                <a:cs typeface="Aptos"/>
              </a:defRPr>
            </a:pPr>
            <a:r>
              <a:rPr lang="en-US" sz="1500" b="1" noProof="0" dirty="0">
                <a:solidFill>
                  <a:srgbClr val="22272B"/>
                </a:solidFill>
                <a:latin typeface="Aptos"/>
                <a:ea typeface="Aptos"/>
                <a:cs typeface="Aptos"/>
              </a:rPr>
              <a:t>Story 2276</a:t>
            </a:r>
          </a:p>
        </p:txBody>
      </p:sp>
      <p:sp>
        <p:nvSpPr>
          <p:cNvPr id="47" name="role-datatables">
            <a:extLst>
              <a:ext uri="{FF2B5EF4-FFF2-40B4-BE49-F238E27FC236}">
                <a16:creationId xmlns:a16="http://schemas.microsoft.com/office/drawing/2014/main" id="{7913AC04-5B0D-C9C9-B7B9-CB2C7274613C}"/>
              </a:ext>
            </a:extLst>
          </p:cNvPr>
          <p:cNvSpPr>
            <a:spLocks noGrp="1"/>
          </p:cNvSpPr>
          <p:nvPr/>
        </p:nvSpPr>
        <p:spPr>
          <a:xfrm>
            <a:off x="3266694" y="6107811"/>
            <a:ext cx="1943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>
                <a:solidFill>
                  <a:srgbClr val="6B747C"/>
                </a:solidFill>
                <a:latin typeface="Aptos"/>
                <a:ea typeface="Aptos"/>
                <a:cs typeface="Aptos"/>
              </a:defRPr>
            </a:pPr>
            <a:r>
              <a:rPr lang="en-US" sz="1350" noProof="0" dirty="0">
                <a:solidFill>
                  <a:srgbClr val="6B747C"/>
                </a:solidFill>
                <a:latin typeface="Aptos"/>
                <a:ea typeface="Aptos"/>
                <a:cs typeface="Aptos"/>
              </a:rPr>
              <a:t>datatables</a:t>
            </a:r>
          </a:p>
        </p:txBody>
      </p:sp>
      <p:sp>
        <p:nvSpPr>
          <p:cNvPr id="48" name="step-03">
            <a:extLst>
              <a:ext uri="{FF2B5EF4-FFF2-40B4-BE49-F238E27FC236}">
                <a16:creationId xmlns:a16="http://schemas.microsoft.com/office/drawing/2014/main" id="{C3CF2629-C25A-7D9B-610E-E23A5FBCBB01}"/>
              </a:ext>
            </a:extLst>
          </p:cNvPr>
          <p:cNvSpPr>
            <a:spLocks noGrp="1"/>
          </p:cNvSpPr>
          <p:nvPr/>
        </p:nvSpPr>
        <p:spPr>
          <a:xfrm>
            <a:off x="6295644" y="3936111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6B747C"/>
                </a:solidFill>
                <a:latin typeface="Aptos"/>
                <a:ea typeface="Aptos"/>
                <a:cs typeface="Aptos"/>
              </a:defRPr>
            </a:pPr>
            <a:r>
              <a:rPr lang="en-US" sz="1050" b="1" noProof="0" dirty="0">
                <a:solidFill>
                  <a:srgbClr val="6B747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9" name="node-Task-4462">
            <a:extLst>
              <a:ext uri="{FF2B5EF4-FFF2-40B4-BE49-F238E27FC236}">
                <a16:creationId xmlns:a16="http://schemas.microsoft.com/office/drawing/2014/main" id="{9F0D0927-A362-0F23-4DA5-A5D7B30A7F43}"/>
              </a:ext>
            </a:extLst>
          </p:cNvPr>
          <p:cNvSpPr>
            <a:spLocks noGrp="1"/>
          </p:cNvSpPr>
          <p:nvPr/>
        </p:nvSpPr>
        <p:spPr>
          <a:xfrm>
            <a:off x="6238494" y="4279011"/>
            <a:ext cx="1333500" cy="13335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5B8D4"/>
            </a:solidFill>
            <a:prstDash val="solid"/>
          </a:ln>
        </p:spPr>
        <p:txBody>
          <a:bodyPr wrap="none" lIns="38100" tIns="38100" rIns="38100" bIns="38100" anchor="ctr">
            <a:noAutofit/>
          </a:bodyPr>
          <a:lstStyle/>
          <a:p>
            <a:pPr algn="ctr">
              <a:defRPr sz="2100" b="1">
                <a:solidFill>
                  <a:srgbClr val="22272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2100" b="1" noProof="0" dirty="0">
                <a:solidFill>
                  <a:srgbClr val="22272B"/>
                </a:solidFill>
                <a:latin typeface="Aptos Display"/>
                <a:ea typeface="Aptos Display"/>
                <a:cs typeface="Aptos Display"/>
              </a:rPr>
              <a:t>4525</a:t>
            </a:r>
          </a:p>
        </p:txBody>
      </p:sp>
      <p:sp>
        <p:nvSpPr>
          <p:cNvPr id="50" name="label-Task 4462">
            <a:extLst>
              <a:ext uri="{FF2B5EF4-FFF2-40B4-BE49-F238E27FC236}">
                <a16:creationId xmlns:a16="http://schemas.microsoft.com/office/drawing/2014/main" id="{232A5CDD-DC48-EC48-7BC8-DFD9147ED192}"/>
              </a:ext>
            </a:extLst>
          </p:cNvPr>
          <p:cNvSpPr>
            <a:spLocks noGrp="1"/>
          </p:cNvSpPr>
          <p:nvPr/>
        </p:nvSpPr>
        <p:spPr>
          <a:xfrm>
            <a:off x="5971794" y="5803011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22272B"/>
                </a:solidFill>
                <a:latin typeface="Aptos"/>
                <a:ea typeface="Aptos"/>
                <a:cs typeface="Aptos"/>
              </a:defRPr>
            </a:pPr>
            <a:r>
              <a:rPr lang="en-US" sz="1500" b="1" noProof="0" dirty="0">
                <a:solidFill>
                  <a:srgbClr val="22272B"/>
                </a:solidFill>
                <a:latin typeface="Aptos"/>
                <a:ea typeface="Aptos"/>
                <a:cs typeface="Aptos"/>
              </a:rPr>
              <a:t>Story 4525</a:t>
            </a:r>
          </a:p>
        </p:txBody>
      </p:sp>
      <p:sp>
        <p:nvSpPr>
          <p:cNvPr id="51" name="role-export">
            <a:extLst>
              <a:ext uri="{FF2B5EF4-FFF2-40B4-BE49-F238E27FC236}">
                <a16:creationId xmlns:a16="http://schemas.microsoft.com/office/drawing/2014/main" id="{E587C642-ED73-214E-6DF1-A34FF6E4DA20}"/>
              </a:ext>
            </a:extLst>
          </p:cNvPr>
          <p:cNvSpPr>
            <a:spLocks noGrp="1"/>
          </p:cNvSpPr>
          <p:nvPr/>
        </p:nvSpPr>
        <p:spPr>
          <a:xfrm>
            <a:off x="5933694" y="6107811"/>
            <a:ext cx="1943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>
                <a:solidFill>
                  <a:srgbClr val="6B747C"/>
                </a:solidFill>
                <a:latin typeface="Aptos"/>
                <a:ea typeface="Aptos"/>
                <a:cs typeface="Aptos"/>
              </a:defRPr>
            </a:pPr>
            <a:r>
              <a:rPr lang="en-US" sz="1350" noProof="0" dirty="0">
                <a:solidFill>
                  <a:srgbClr val="6B747C"/>
                </a:solidFill>
                <a:latin typeface="Aptos"/>
                <a:ea typeface="Aptos"/>
                <a:cs typeface="Aptos"/>
              </a:rPr>
              <a:t>export</a:t>
            </a:r>
          </a:p>
        </p:txBody>
      </p:sp>
      <p:sp>
        <p:nvSpPr>
          <p:cNvPr id="52" name="step-04">
            <a:extLst>
              <a:ext uri="{FF2B5EF4-FFF2-40B4-BE49-F238E27FC236}">
                <a16:creationId xmlns:a16="http://schemas.microsoft.com/office/drawing/2014/main" id="{EF9DF08A-B4E0-85AD-023C-596186713A95}"/>
              </a:ext>
            </a:extLst>
          </p:cNvPr>
          <p:cNvSpPr>
            <a:spLocks noGrp="1"/>
          </p:cNvSpPr>
          <p:nvPr/>
        </p:nvSpPr>
        <p:spPr>
          <a:xfrm>
            <a:off x="8962644" y="3936111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6B747C"/>
                </a:solidFill>
                <a:latin typeface="Aptos"/>
                <a:ea typeface="Aptos"/>
                <a:cs typeface="Aptos"/>
              </a:defRPr>
            </a:pPr>
            <a:r>
              <a:rPr lang="en-US" sz="1050" b="1" noProof="0" dirty="0">
                <a:solidFill>
                  <a:srgbClr val="6B747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4" name="label-Task 4463">
            <a:extLst>
              <a:ext uri="{FF2B5EF4-FFF2-40B4-BE49-F238E27FC236}">
                <a16:creationId xmlns:a16="http://schemas.microsoft.com/office/drawing/2014/main" id="{9E4D5FC3-3753-218B-A7C1-CD9C758C7BA3}"/>
              </a:ext>
            </a:extLst>
          </p:cNvPr>
          <p:cNvSpPr>
            <a:spLocks noGrp="1"/>
          </p:cNvSpPr>
          <p:nvPr/>
        </p:nvSpPr>
        <p:spPr>
          <a:xfrm>
            <a:off x="8638794" y="5803011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22272B"/>
                </a:solidFill>
                <a:latin typeface="Aptos"/>
                <a:ea typeface="Aptos"/>
                <a:cs typeface="Aptos"/>
              </a:defRPr>
            </a:pPr>
            <a:r>
              <a:rPr lang="en-US" sz="1500" b="1" noProof="0" dirty="0">
                <a:solidFill>
                  <a:srgbClr val="22272B"/>
                </a:solidFill>
                <a:latin typeface="Aptos"/>
                <a:ea typeface="Aptos"/>
                <a:cs typeface="Aptos"/>
              </a:rPr>
              <a:t>Story 4533</a:t>
            </a:r>
          </a:p>
        </p:txBody>
      </p:sp>
      <p:sp>
        <p:nvSpPr>
          <p:cNvPr id="55" name="role-custom search builder">
            <a:extLst>
              <a:ext uri="{FF2B5EF4-FFF2-40B4-BE49-F238E27FC236}">
                <a16:creationId xmlns:a16="http://schemas.microsoft.com/office/drawing/2014/main" id="{DC3D97BD-EDD3-FA5B-9F94-FD30DA2C61B6}"/>
              </a:ext>
            </a:extLst>
          </p:cNvPr>
          <p:cNvSpPr>
            <a:spLocks noGrp="1"/>
          </p:cNvSpPr>
          <p:nvPr/>
        </p:nvSpPr>
        <p:spPr>
          <a:xfrm>
            <a:off x="8600694" y="6107811"/>
            <a:ext cx="1943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00">
                <a:solidFill>
                  <a:srgbClr val="6B747C"/>
                </a:solidFill>
                <a:latin typeface="Aptos"/>
                <a:ea typeface="Aptos"/>
                <a:cs typeface="Aptos"/>
              </a:defRPr>
            </a:pPr>
            <a:r>
              <a:rPr lang="en-US" sz="1200" noProof="0" dirty="0">
                <a:solidFill>
                  <a:srgbClr val="6B747C"/>
                </a:solidFill>
                <a:latin typeface="Aptos"/>
                <a:ea typeface="Aptos"/>
                <a:cs typeface="Aptos"/>
              </a:rPr>
              <a:t>custom search builder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0BE7530-4B32-BBC6-B6A4-B40CD61B281D}"/>
              </a:ext>
            </a:extLst>
          </p:cNvPr>
          <p:cNvCxnSpPr>
            <a:stCxn id="42" idx="6"/>
            <a:endCxn id="45" idx="2"/>
          </p:cNvCxnSpPr>
          <p:nvPr/>
        </p:nvCxnSpPr>
        <p:spPr>
          <a:xfrm>
            <a:off x="2237994" y="4945761"/>
            <a:ext cx="1333500" cy="0"/>
          </a:xfrm>
          <a:prstGeom prst="straightConnector1">
            <a:avLst/>
          </a:prstGeom>
          <a:ln w="47625" cap="rnd">
            <a:solidFill>
              <a:srgbClr val="A9DDE5"/>
            </a:solidFill>
            <a:prstDash val="solid"/>
            <a:tailEnd type="arrow" w="med" len="med"/>
          </a:ln>
        </p:spPr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0F1C8A7-6270-5151-F522-88AE43F99FA8}"/>
              </a:ext>
            </a:extLst>
          </p:cNvPr>
          <p:cNvCxnSpPr>
            <a:stCxn id="45" idx="6"/>
            <a:endCxn id="49" idx="2"/>
          </p:cNvCxnSpPr>
          <p:nvPr/>
        </p:nvCxnSpPr>
        <p:spPr>
          <a:xfrm>
            <a:off x="4904994" y="4945761"/>
            <a:ext cx="1333500" cy="0"/>
          </a:xfrm>
          <a:prstGeom prst="straightConnector1">
            <a:avLst/>
          </a:prstGeom>
          <a:ln w="47625" cap="rnd">
            <a:solidFill>
              <a:srgbClr val="A9DDE5"/>
            </a:solidFill>
            <a:prstDash val="solid"/>
            <a:tailEnd type="arrow" w="med" len="med"/>
          </a:ln>
        </p:spPr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330622A-4F92-4A69-1584-E81329C49384}"/>
              </a:ext>
            </a:extLst>
          </p:cNvPr>
          <p:cNvCxnSpPr>
            <a:cxnSpLocks/>
            <a:stCxn id="49" idx="6"/>
          </p:cNvCxnSpPr>
          <p:nvPr/>
        </p:nvCxnSpPr>
        <p:spPr>
          <a:xfrm>
            <a:off x="7571994" y="4945761"/>
            <a:ext cx="1333500" cy="0"/>
          </a:xfrm>
          <a:prstGeom prst="straightConnector1">
            <a:avLst/>
          </a:prstGeom>
          <a:ln w="47625" cap="rnd">
            <a:solidFill>
              <a:srgbClr val="A9DDE5"/>
            </a:solidFill>
            <a:prstDash val="solid"/>
            <a:tailEnd type="arrow" w="med" len="med"/>
          </a:ln>
        </p:spPr>
      </p:cxnSp>
      <p:sp>
        <p:nvSpPr>
          <p:cNvPr id="60" name="eyebrow">
            <a:extLst>
              <a:ext uri="{FF2B5EF4-FFF2-40B4-BE49-F238E27FC236}">
                <a16:creationId xmlns:a16="http://schemas.microsoft.com/office/drawing/2014/main" id="{13777B5A-87FD-A9B7-01EF-F51E157CA819}"/>
              </a:ext>
            </a:extLst>
          </p:cNvPr>
          <p:cNvSpPr>
            <a:spLocks noGrp="1"/>
          </p:cNvSpPr>
          <p:nvPr/>
        </p:nvSpPr>
        <p:spPr>
          <a:xfrm>
            <a:off x="208026" y="3275274"/>
            <a:ext cx="5158741" cy="9465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B8D4"/>
                </a:solidFill>
                <a:latin typeface="Aptos"/>
                <a:ea typeface="Aptos"/>
                <a:cs typeface="Aptos"/>
              </a:defRPr>
            </a:pPr>
            <a:r>
              <a:rPr lang="en-US" sz="2800" b="1" noProof="0" dirty="0">
                <a:solidFill>
                  <a:srgbClr val="15B8D4"/>
                </a:solidFill>
                <a:latin typeface="Aptos"/>
                <a:ea typeface="Aptos"/>
                <a:cs typeface="Aptos"/>
              </a:rPr>
              <a:t>SYSTEM AUDIT TRAILS</a:t>
            </a:r>
          </a:p>
        </p:txBody>
      </p:sp>
      <p:sp>
        <p:nvSpPr>
          <p:cNvPr id="62" name="node-Task-4462">
            <a:extLst>
              <a:ext uri="{FF2B5EF4-FFF2-40B4-BE49-F238E27FC236}">
                <a16:creationId xmlns:a16="http://schemas.microsoft.com/office/drawing/2014/main" id="{C6D2E006-1D76-496A-8047-A17A3A79D2C9}"/>
              </a:ext>
            </a:extLst>
          </p:cNvPr>
          <p:cNvSpPr>
            <a:spLocks noGrp="1"/>
          </p:cNvSpPr>
          <p:nvPr/>
        </p:nvSpPr>
        <p:spPr>
          <a:xfrm>
            <a:off x="8905494" y="4279011"/>
            <a:ext cx="1333500" cy="13335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5B8D4"/>
            </a:solidFill>
            <a:prstDash val="solid"/>
          </a:ln>
        </p:spPr>
        <p:txBody>
          <a:bodyPr wrap="none" lIns="38100" tIns="38100" rIns="38100" bIns="38100" anchor="ctr">
            <a:noAutofit/>
          </a:bodyPr>
          <a:lstStyle/>
          <a:p>
            <a:pPr algn="ctr">
              <a:defRPr sz="2100" b="1">
                <a:solidFill>
                  <a:srgbClr val="22272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2100" b="1" noProof="0" dirty="0">
                <a:solidFill>
                  <a:srgbClr val="22272B"/>
                </a:solidFill>
                <a:latin typeface="Aptos Display"/>
                <a:ea typeface="Aptos Display"/>
                <a:cs typeface="Aptos Display"/>
              </a:rPr>
              <a:t>4533</a:t>
            </a:r>
          </a:p>
        </p:txBody>
      </p:sp>
      <p:sp>
        <p:nvSpPr>
          <p:cNvPr id="64" name="node-Task-4462">
            <a:extLst>
              <a:ext uri="{FF2B5EF4-FFF2-40B4-BE49-F238E27FC236}">
                <a16:creationId xmlns:a16="http://schemas.microsoft.com/office/drawing/2014/main" id="{A6A02D0A-F084-1E96-61C9-ACC30821D420}"/>
              </a:ext>
            </a:extLst>
          </p:cNvPr>
          <p:cNvSpPr>
            <a:spLocks noGrp="1"/>
          </p:cNvSpPr>
          <p:nvPr/>
        </p:nvSpPr>
        <p:spPr>
          <a:xfrm>
            <a:off x="8780526" y="1098804"/>
            <a:ext cx="1333500" cy="13335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5B8D4"/>
            </a:solidFill>
            <a:prstDash val="solid"/>
          </a:ln>
        </p:spPr>
        <p:txBody>
          <a:bodyPr wrap="none" lIns="38100" tIns="38100" rIns="38100" bIns="38100" anchor="ctr">
            <a:noAutofit/>
          </a:bodyPr>
          <a:lstStyle/>
          <a:p>
            <a:pPr algn="ctr">
              <a:defRPr sz="2100" b="1">
                <a:solidFill>
                  <a:srgbClr val="22272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2100" b="1" noProof="0" dirty="0">
                <a:solidFill>
                  <a:srgbClr val="22272B"/>
                </a:solidFill>
                <a:latin typeface="Aptos Display"/>
                <a:ea typeface="Aptos Display"/>
                <a:cs typeface="Aptos Display"/>
              </a:rPr>
              <a:t>4463</a:t>
            </a:r>
          </a:p>
        </p:txBody>
      </p:sp>
      <p:sp>
        <p:nvSpPr>
          <p:cNvPr id="66" name="node-Task-4462">
            <a:extLst>
              <a:ext uri="{FF2B5EF4-FFF2-40B4-BE49-F238E27FC236}">
                <a16:creationId xmlns:a16="http://schemas.microsoft.com/office/drawing/2014/main" id="{CF4DAE2B-A370-8DFB-0A2B-0BB2EEEADF0D}"/>
              </a:ext>
            </a:extLst>
          </p:cNvPr>
          <p:cNvSpPr>
            <a:spLocks noGrp="1"/>
          </p:cNvSpPr>
          <p:nvPr/>
        </p:nvSpPr>
        <p:spPr>
          <a:xfrm>
            <a:off x="10650474" y="2593086"/>
            <a:ext cx="1333500" cy="13335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5B8D4"/>
            </a:solidFill>
            <a:prstDash val="solid"/>
          </a:ln>
        </p:spPr>
        <p:txBody>
          <a:bodyPr wrap="none" lIns="38100" tIns="38100" rIns="38100" bIns="38100" anchor="ctr">
            <a:noAutofit/>
          </a:bodyPr>
          <a:lstStyle/>
          <a:p>
            <a:pPr algn="ctr">
              <a:defRPr sz="2100" b="1">
                <a:solidFill>
                  <a:srgbClr val="22272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2100" b="1" noProof="0" dirty="0">
                <a:solidFill>
                  <a:srgbClr val="22272B"/>
                </a:solidFill>
                <a:latin typeface="Aptos Display"/>
                <a:ea typeface="Aptos Display"/>
                <a:cs typeface="Aptos Display"/>
              </a:rPr>
              <a:t>4400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726EB7B-4911-6395-9105-299C134CAE37}"/>
              </a:ext>
            </a:extLst>
          </p:cNvPr>
          <p:cNvCxnSpPr>
            <a:cxnSpLocks/>
            <a:endCxn id="66" idx="0"/>
          </p:cNvCxnSpPr>
          <p:nvPr/>
        </p:nvCxnSpPr>
        <p:spPr>
          <a:xfrm>
            <a:off x="10114026" y="1765554"/>
            <a:ext cx="1203198" cy="827532"/>
          </a:xfrm>
          <a:prstGeom prst="straightConnector1">
            <a:avLst/>
          </a:prstGeom>
          <a:ln w="47625" cap="rnd">
            <a:solidFill>
              <a:srgbClr val="A9DDE5"/>
            </a:solidFill>
            <a:prstDash val="solid"/>
            <a:tailEnd type="arrow" w="med" len="med"/>
          </a:ln>
        </p:spPr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D1DBC350-5F2C-2486-3D65-D08417C03AEB}"/>
              </a:ext>
            </a:extLst>
          </p:cNvPr>
          <p:cNvCxnSpPr>
            <a:cxnSpLocks/>
            <a:stCxn id="62" idx="6"/>
            <a:endCxn id="66" idx="4"/>
          </p:cNvCxnSpPr>
          <p:nvPr/>
        </p:nvCxnSpPr>
        <p:spPr>
          <a:xfrm flipV="1">
            <a:off x="10238994" y="3926586"/>
            <a:ext cx="1078230" cy="1019175"/>
          </a:xfrm>
          <a:prstGeom prst="straightConnector1">
            <a:avLst/>
          </a:prstGeom>
          <a:ln w="47625" cap="rnd">
            <a:solidFill>
              <a:srgbClr val="A9DDE5"/>
            </a:solidFill>
            <a:prstDash val="solid"/>
            <a:tailEnd type="arrow" w="med" len="med"/>
          </a:ln>
        </p:spPr>
      </p:cxnSp>
      <p:sp>
        <p:nvSpPr>
          <p:cNvPr id="76" name="label-Task 4463">
            <a:extLst>
              <a:ext uri="{FF2B5EF4-FFF2-40B4-BE49-F238E27FC236}">
                <a16:creationId xmlns:a16="http://schemas.microsoft.com/office/drawing/2014/main" id="{B6181E40-48E9-C8C9-D639-FCFE097647AD}"/>
              </a:ext>
            </a:extLst>
          </p:cNvPr>
          <p:cNvSpPr>
            <a:spLocks noGrp="1"/>
          </p:cNvSpPr>
          <p:nvPr/>
        </p:nvSpPr>
        <p:spPr>
          <a:xfrm>
            <a:off x="10418826" y="4279011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22272B"/>
                </a:solidFill>
                <a:latin typeface="Aptos"/>
                <a:ea typeface="Aptos"/>
                <a:cs typeface="Aptos"/>
              </a:defRPr>
            </a:pPr>
            <a:r>
              <a:rPr lang="en-US" sz="1500" b="1" noProof="0" dirty="0">
                <a:solidFill>
                  <a:srgbClr val="22272B"/>
                </a:solidFill>
                <a:latin typeface="Aptos"/>
                <a:ea typeface="Aptos"/>
                <a:cs typeface="Aptos"/>
              </a:rPr>
              <a:t>Story 4400</a:t>
            </a:r>
          </a:p>
        </p:txBody>
      </p:sp>
      <p:sp>
        <p:nvSpPr>
          <p:cNvPr id="78" name="role-custom search builder">
            <a:extLst>
              <a:ext uri="{FF2B5EF4-FFF2-40B4-BE49-F238E27FC236}">
                <a16:creationId xmlns:a16="http://schemas.microsoft.com/office/drawing/2014/main" id="{E189633D-5F5F-0823-E266-969057529F0B}"/>
              </a:ext>
            </a:extLst>
          </p:cNvPr>
          <p:cNvSpPr>
            <a:spLocks noGrp="1"/>
          </p:cNvSpPr>
          <p:nvPr/>
        </p:nvSpPr>
        <p:spPr>
          <a:xfrm>
            <a:off x="10380726" y="4583811"/>
            <a:ext cx="1943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00">
                <a:solidFill>
                  <a:srgbClr val="6B747C"/>
                </a:solidFill>
                <a:latin typeface="Aptos"/>
                <a:ea typeface="Aptos"/>
                <a:cs typeface="Aptos"/>
              </a:defRPr>
            </a:pPr>
            <a:r>
              <a:rPr lang="en-US" sz="1200" noProof="0" dirty="0">
                <a:solidFill>
                  <a:srgbClr val="6B747C"/>
                </a:solidFill>
                <a:latin typeface="Aptos"/>
                <a:ea typeface="Aptos"/>
                <a:cs typeface="Aptos"/>
              </a:rPr>
              <a:t>clean up</a:t>
            </a:r>
            <a:br>
              <a:rPr lang="en-US" sz="1200" noProof="0" dirty="0">
                <a:solidFill>
                  <a:srgbClr val="6B747C"/>
                </a:solidFill>
                <a:latin typeface="Aptos"/>
                <a:ea typeface="Aptos"/>
                <a:cs typeface="Aptos"/>
              </a:rPr>
            </a:br>
            <a:r>
              <a:rPr lang="en-US" sz="1200" noProof="0" dirty="0">
                <a:solidFill>
                  <a:srgbClr val="6B747C"/>
                </a:solidFill>
                <a:latin typeface="Aptos"/>
                <a:ea typeface="Aptos"/>
                <a:cs typeface="Aptos"/>
              </a:rPr>
              <a:t>export buttons</a:t>
            </a:r>
          </a:p>
        </p:txBody>
      </p:sp>
      <p:sp>
        <p:nvSpPr>
          <p:cNvPr id="4" name="role-datatables">
            <a:extLst>
              <a:ext uri="{FF2B5EF4-FFF2-40B4-BE49-F238E27FC236}">
                <a16:creationId xmlns:a16="http://schemas.microsoft.com/office/drawing/2014/main" id="{3BD0E4AB-180E-9B54-FCCF-096B0AA26844}"/>
              </a:ext>
            </a:extLst>
          </p:cNvPr>
          <p:cNvSpPr>
            <a:spLocks noGrp="1"/>
          </p:cNvSpPr>
          <p:nvPr/>
        </p:nvSpPr>
        <p:spPr>
          <a:xfrm>
            <a:off x="599694" y="6100953"/>
            <a:ext cx="1943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>
                <a:solidFill>
                  <a:srgbClr val="6B747C"/>
                </a:solidFill>
                <a:latin typeface="Aptos"/>
                <a:ea typeface="Aptos"/>
                <a:cs typeface="Aptos"/>
              </a:defRPr>
            </a:pPr>
            <a:r>
              <a:rPr lang="en-US" sz="1350" noProof="0" dirty="0">
                <a:solidFill>
                  <a:srgbClr val="6B747C"/>
                </a:solidFill>
                <a:latin typeface="Aptos"/>
                <a:ea typeface="Aptos"/>
                <a:cs typeface="Aptos"/>
              </a:rPr>
              <a:t>data preparation</a:t>
            </a:r>
          </a:p>
        </p:txBody>
      </p:sp>
      <p:sp>
        <p:nvSpPr>
          <p:cNvPr id="23" name="role-datatables">
            <a:extLst>
              <a:ext uri="{FF2B5EF4-FFF2-40B4-BE49-F238E27FC236}">
                <a16:creationId xmlns:a16="http://schemas.microsoft.com/office/drawing/2014/main" id="{6BD73FCC-F6BC-E871-39DE-81549B90DEF5}"/>
              </a:ext>
            </a:extLst>
          </p:cNvPr>
          <p:cNvSpPr>
            <a:spLocks noGrp="1"/>
          </p:cNvSpPr>
          <p:nvPr/>
        </p:nvSpPr>
        <p:spPr>
          <a:xfrm>
            <a:off x="474726" y="2928747"/>
            <a:ext cx="1943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>
                <a:solidFill>
                  <a:srgbClr val="6B747C"/>
                </a:solidFill>
                <a:latin typeface="Aptos"/>
                <a:ea typeface="Aptos"/>
                <a:cs typeface="Aptos"/>
              </a:defRPr>
            </a:pPr>
            <a:r>
              <a:rPr lang="en-US" sz="1350" noProof="0" dirty="0">
                <a:solidFill>
                  <a:srgbClr val="6B747C"/>
                </a:solidFill>
                <a:latin typeface="Aptos"/>
                <a:ea typeface="Aptos"/>
                <a:cs typeface="Aptos"/>
              </a:rPr>
              <a:t>data preparation</a:t>
            </a:r>
          </a:p>
        </p:txBody>
      </p:sp>
    </p:spTree>
    <p:extLst>
      <p:ext uri="{BB962C8B-B14F-4D97-AF65-F5344CB8AC3E}">
        <p14:creationId xmlns:p14="http://schemas.microsoft.com/office/powerpoint/2010/main" val="181110224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ca48ea3-8c75-4d36-b64f-70604b11fd22}" enabled="1" method="Standard" siteId="{3ac94b33-9135-4821-9502-eafda6592a35}" contentBits="0" removed="0"/>
  <clbl:label id="{c5e6e129-f928-4a05-ae32-d838f6b21bdd}" enabled="1" method="Standard" siteId="{8b87af7d-8647-4dc7-8df4-5f69a2011bb5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60</Words>
  <Application>Microsoft Office PowerPoint</Application>
  <PresentationFormat>Widescreen</PresentationFormat>
  <Paragraphs>37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Tahoma</vt:lpstr>
      <vt:lpstr>ChatGPT</vt:lpstr>
      <vt:lpstr>PowerPoint Presentation</vt:lpstr>
    </vt:vector>
  </TitlesOfParts>
  <Company>Sopra Steria Group S.A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VANNESTE, Manu</dc:creator>
  <cp:lastModifiedBy>Vanneste, Manu [JRDBE NON-J&amp;J]</cp:lastModifiedBy>
  <cp:revision>4</cp:revision>
  <dcterms:created xsi:type="dcterms:W3CDTF">2026-08-17T11:28:39Z</dcterms:created>
  <dcterms:modified xsi:type="dcterms:W3CDTF">2026-08-17T15:48:09Z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ChatGPT:3</vt:lpwstr>
  </property>
  <property fmtid="{D5CDD505-2E9C-101B-9397-08002B2CF9AE}" pid="3" name="ClassificationContentMarkingFooterText">
    <vt:lpwstr>C2 - Restricted use </vt:lpwstr>
  </property>
</Properties>
</file>