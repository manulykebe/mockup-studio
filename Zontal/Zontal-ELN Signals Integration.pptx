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0A067-5AC0-61C8-F24C-8038CA675A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AB1B66-995B-A4A7-6EB9-9EF35199E1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54C2DA-BEFE-00F4-D956-5026E3958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EC196E-CDC8-FE7C-6D55-4BAA3CFBB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70FDA0-A30F-6376-DFEB-5D71410BC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174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E8BDB-AD46-E770-6102-9A950F6EB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6E150-2391-E384-B817-2E6E89920A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2E3064-5F05-0552-6934-5658A11F7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528C13-729E-FCA7-6023-6D6BEFBB8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AEECBF-48EC-7C2B-23B1-B61F2B1B5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540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F24B6-137E-311D-B805-1B4B52D5D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5154DF-E838-512E-D07B-2B2565ADC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A4409B-35E8-E3D0-73B7-E08F2FB6C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3EB1AF-072A-7019-E427-3CDC96FAA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C6DB29-CE6D-D9BD-F07A-87C59D060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6631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283AC-90D6-A9B3-5CCD-63A9DC4A7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95052E-16CF-D316-7428-882FBF2E1E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9FE388-1F29-3335-2179-12430AC9F8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DAA4E-9872-36CE-B146-7EF666082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CD9F29-1D55-C4E3-5B7E-75607407C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3991AA-80B6-008B-624E-522242C94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430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7521F-D9D9-E467-0346-18E9E0345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49102C-1F78-A3C7-53FB-DA037554F5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F7C5BA-DCDF-2A53-B49D-D86F9BDE1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8BC277-CDFC-C626-2A19-D99BF19D0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DDE9F7-CFD1-4EDB-DBF2-D612E17DD7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C7B692-25C6-CF5D-8A6A-1B512B854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2908FD-1B52-5F32-3770-F5DEEDB11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801BAF-FB4C-C0AB-D447-D966F022A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51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6D94-2AC9-D6DA-758C-ACC828301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45A650-03AA-2980-E975-648098AA11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D7B54F-65A4-8EA4-10DF-9A6D1B1B5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BF5B8F-73FC-D398-3E28-1B02F6FC1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292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354AA0C-8C17-0761-7006-1893054B4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48B0DE-7B7A-4F74-22E1-D1689669E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964608-3657-0D4A-A3A6-191B96296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065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168D7-9F19-8402-738B-5109B7CD9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E9FF2C-0328-F74F-A6C6-EC7CE2428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591634-8CFD-47C7-845C-BAB7E1AA39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552CD1-B345-B7C5-D3CB-CB055366D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46837F-DA75-0C1B-D49F-2FDC96260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8C8777-141B-2B7B-497B-D5EB0F417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195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8E60C-938D-F18B-985B-2B98D6A4E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1350AF-D27D-75D9-0709-DD3ACB2C0D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3A29E7-1E7B-2990-3128-90F8DDB810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F07F00-32E7-8126-5927-D790D9917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57BF6D-1EE1-3B1F-BFEF-604A238FA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0086C4-D4EB-D93D-71AA-22377CF06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2023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62B51-7A71-ED8E-1418-AAFDE2DD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95E717C-AFC4-45D6-2117-47312042DF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C3DB69-D1A2-14E7-CA5B-E7A64E4EB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0F1292-EC39-C4A4-62D0-4EE2AC3A9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724AFA-8B4E-0443-9E56-6318C9C3E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8864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C69961-C6EA-AE98-CE4B-FBD6CA4709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87F3C9-343B-002F-5AFD-671B1DFC8A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613FDA-74E2-950B-10C6-38BBBBC76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C75E55-B1D0-89E1-2AAA-BED28F32E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C5E823-14D2-4094-274A-A0B707DA0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34713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F5E21F4-DBFB-91F3-E47E-0341B793F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7841BC-EBDF-2AB0-8F18-58B749292C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64B25-F7BA-8EF5-463B-7FDDF932DC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8C398F-CDA1-4C86-8EF3-C1114AAEDA50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61EDF6-F1A1-3154-C0A1-C3F32D833C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539ED7-6907-2F3C-807B-B9BB9CF1AC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793B5B-AA13-44CB-8490-C2FD87918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956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AA728-A07C-ACF8-1D0C-5FFD9B64C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8F038D-B165-BA8E-FF89-252197057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1951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ca48ea3-8c75-4d36-b64f-70604b11fd22}" enabled="1" method="Standard" siteId="{3ac94b33-9135-4821-9502-eafda6592a35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Vanneste, Manu [JRDBE NON-J&amp;J]</dc:creator>
  <cp:lastModifiedBy>Vanneste, Manu [JRDBE NON-J&amp;J]</cp:lastModifiedBy>
  <cp:revision>1</cp:revision>
  <dcterms:created xsi:type="dcterms:W3CDTF">2026-09-14T07:36:21Z</dcterms:created>
  <dcterms:modified xsi:type="dcterms:W3CDTF">2026-09-14T07:37:01Z</dcterms:modified>
</cp:coreProperties>
</file>